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76" r:id="rId2"/>
  </p:sldIdLst>
  <p:sldSz cx="9144000" cy="5143500" type="screen16x9"/>
  <p:notesSz cx="6858000" cy="9144000"/>
  <p:embeddedFontLst>
    <p:embeddedFont>
      <p:font typeface="Big Shoulders Display" panose="020B0604020202020204" charset="0"/>
      <p:regular r:id="rId4"/>
      <p:bold r:id="rId5"/>
    </p:embeddedFont>
    <p:embeddedFont>
      <p:font typeface="Fira Sans Light" panose="020B0403050000020004" pitchFamily="34" charset="0"/>
      <p:regular r:id="rId6"/>
      <p:italic r:id="rId7"/>
    </p:embeddedFont>
    <p:embeddedFont>
      <p:font typeface="Gemunu Libre" panose="020B0604020202020204" charset="0"/>
      <p:regular r:id="rId8"/>
      <p:bold r:id="rId9"/>
    </p:embeddedFont>
    <p:embeddedFont>
      <p:font typeface="Gemunu Libre Medium" panose="020B0604020202020204" charset="0"/>
      <p:regular r:id="rId10"/>
      <p:bold r:id="rId11"/>
    </p:embeddedFont>
    <p:embeddedFont>
      <p:font typeface="Montserrat" panose="000005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976F246F-4526-4857-888D-5630DE5A7406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8D4"/>
    <a:srgbClr val="FBF8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382077-0EA9-4C47-9D46-0D63273B1D4D}" v="2" dt="2024-09-20T05:25:50.8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57E495B2-5106-C610-B397-5921B7983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ebe5cd810a_1_1:notes">
            <a:extLst>
              <a:ext uri="{FF2B5EF4-FFF2-40B4-BE49-F238E27FC236}">
                <a16:creationId xmlns:a16="http://schemas.microsoft.com/office/drawing/2014/main" id="{2BD99149-DAC6-E112-C58D-FD0E3FA03C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ebe5cd810a_1_1:notes">
            <a:extLst>
              <a:ext uri="{FF2B5EF4-FFF2-40B4-BE49-F238E27FC236}">
                <a16:creationId xmlns:a16="http://schemas.microsoft.com/office/drawing/2014/main" id="{CD939838-FC2D-18BA-9F72-B8E80E79D4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3366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0DA"/>
        </a:solidFill>
        <a:effectLst/>
      </p:bgPr>
    </p:bg>
    <p:spTree>
      <p:nvGrpSpPr>
        <p:cNvPr id="1" name="Shape 66">
          <a:extLst>
            <a:ext uri="{FF2B5EF4-FFF2-40B4-BE49-F238E27FC236}">
              <a16:creationId xmlns:a16="http://schemas.microsoft.com/office/drawing/2014/main" id="{DD919B18-F3D4-7BD6-2DE1-FA82D03E7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>
            <a:extLst>
              <a:ext uri="{FF2B5EF4-FFF2-40B4-BE49-F238E27FC236}">
                <a16:creationId xmlns:a16="http://schemas.microsoft.com/office/drawing/2014/main" id="{70050424-1576-ABD7-BD8A-0F2B251F04E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5700" y="132200"/>
            <a:ext cx="695052" cy="69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36AA5DF-B737-6253-D73E-70069DD3BCEA}"/>
              </a:ext>
            </a:extLst>
          </p:cNvPr>
          <p:cNvSpPr txBox="1"/>
          <p:nvPr/>
        </p:nvSpPr>
        <p:spPr>
          <a:xfrm>
            <a:off x="-61938" y="56244"/>
            <a:ext cx="8894398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US" sz="2800" b="1">
                <a:solidFill>
                  <a:srgbClr val="FF0000"/>
                </a:solidFill>
                <a:latin typeface="Gemunu Libre" panose="020B0604020202020204" charset="0"/>
                <a:ea typeface="Gemunu Libre"/>
                <a:cs typeface="Gemunu Libre" panose="020B0604020202020204" charset="0"/>
                <a:sym typeface="Gemunu Libre"/>
              </a:rPr>
              <a:t>Delta </a:t>
            </a:r>
            <a:r>
              <a:rPr lang="en-US" sz="2800" b="1" dirty="0">
                <a:solidFill>
                  <a:srgbClr val="FF0000"/>
                </a:solidFill>
                <a:latin typeface="Gemunu Libre" panose="020B0604020202020204" charset="0"/>
                <a:ea typeface="Gemunu Libre"/>
                <a:cs typeface="Gemunu Libre" panose="020B0604020202020204" charset="0"/>
                <a:sym typeface="Gemunu Libre"/>
              </a:rPr>
              <a:t>Table</a:t>
            </a:r>
            <a:endParaRPr sz="2800" b="1" dirty="0">
              <a:solidFill>
                <a:srgbClr val="FF0000"/>
              </a:solidFill>
              <a:latin typeface="Gemunu Libre" panose="020B0604020202020204" charset="0"/>
              <a:ea typeface="Gemunu Libre"/>
              <a:cs typeface="Gemunu Libre" panose="020B0604020202020204" charset="0"/>
              <a:sym typeface="Gemunu Libre"/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AA99563E-CB6F-5895-86E0-E241ABD93F03}"/>
              </a:ext>
            </a:extLst>
          </p:cNvPr>
          <p:cNvSpPr txBox="1"/>
          <p:nvPr/>
        </p:nvSpPr>
        <p:spPr>
          <a:xfrm>
            <a:off x="7684300" y="4843800"/>
            <a:ext cx="1382700" cy="2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ontserrat"/>
              <a:buNone/>
            </a:pPr>
            <a:fld id="{00000000-1234-1234-1234-123412341234}" type="slidenum">
              <a:rPr lang="en" sz="1800" i="0" u="none" strike="noStrike" cap="none">
                <a:solidFill>
                  <a:srgbClr val="FF0000"/>
                </a:solidFill>
                <a:latin typeface="Gemunu Libre Medium"/>
                <a:ea typeface="Gemunu Libre Medium"/>
                <a:cs typeface="Gemunu Libre Medium"/>
                <a:sym typeface="Gemunu Libre Medium"/>
              </a:rPr>
              <a:t>1</a:t>
            </a:fld>
            <a:endParaRPr sz="1800">
              <a:solidFill>
                <a:srgbClr val="FF0000"/>
              </a:solidFill>
              <a:latin typeface="Gemunu Libre Medium"/>
              <a:ea typeface="Gemunu Libre Medium"/>
              <a:cs typeface="Gemunu Libre Medium"/>
              <a:sym typeface="Gemunu Libre Medium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ontserrat"/>
              <a:buNone/>
            </a:pPr>
            <a:endParaRPr sz="1800">
              <a:solidFill>
                <a:srgbClr val="FFFFFF"/>
              </a:solidFill>
              <a:latin typeface="Big Shoulders Display"/>
              <a:ea typeface="Big Shoulders Display"/>
              <a:cs typeface="Big Shoulders Display"/>
              <a:sym typeface="Big Shoulders Displa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4B7657-ADE8-6CC6-6AA0-948627324BCC}"/>
              </a:ext>
            </a:extLst>
          </p:cNvPr>
          <p:cNvSpPr txBox="1"/>
          <p:nvPr/>
        </p:nvSpPr>
        <p:spPr>
          <a:xfrm>
            <a:off x="1064367" y="1195301"/>
            <a:ext cx="743766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spcBef>
                <a:spcPct val="20000"/>
              </a:spcBef>
              <a:buClrTx/>
              <a:defRPr sz="1400"/>
            </a:pPr>
            <a:endParaRPr lang="en-IN" b="1" dirty="0">
              <a:latin typeface="Gemunu Libre" panose="020B0604020202020204" charset="0"/>
              <a:cs typeface="Gemunu Libre" panose="020B0604020202020204" charset="0"/>
            </a:endParaRPr>
          </a:p>
          <a:p>
            <a:endParaRPr lang="en-IN" sz="2400" b="1" dirty="0">
              <a:latin typeface="Fira Sans Light" panose="020B0403050000020004" pitchFamily="34" charset="0"/>
              <a:cs typeface="Gautami" panose="020B0502040204020203" pitchFamily="34" charset="0"/>
            </a:endParaRPr>
          </a:p>
          <a:p>
            <a:endParaRPr lang="en-IN" b="1" dirty="0">
              <a:latin typeface="Fira Sans Light" panose="020B0403050000020004" pitchFamily="34" charset="0"/>
              <a:cs typeface="Gautami" panose="020B0502040204020203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AD93FA-815E-E6AF-262F-309CFC8C1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556521"/>
              </p:ext>
            </p:extLst>
          </p:nvPr>
        </p:nvGraphicFramePr>
        <p:xfrm>
          <a:off x="1362520" y="1195301"/>
          <a:ext cx="6321780" cy="3376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0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0445">
                  <a:extLst>
                    <a:ext uri="{9D8B030D-6E8A-4147-A177-3AD203B41FA5}">
                      <a16:colId xmlns:a16="http://schemas.microsoft.com/office/drawing/2014/main" val="3208048797"/>
                    </a:ext>
                  </a:extLst>
                </a:gridCol>
                <a:gridCol w="1580445">
                  <a:extLst>
                    <a:ext uri="{9D8B030D-6E8A-4147-A177-3AD203B41FA5}">
                      <a16:colId xmlns:a16="http://schemas.microsoft.com/office/drawing/2014/main" val="1966710296"/>
                    </a:ext>
                  </a:extLst>
                </a:gridCol>
              </a:tblGrid>
              <a:tr h="67534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>
                          <a:latin typeface="Gemunu Libre" panose="020B0604020202020204" charset="0"/>
                          <a:cs typeface="Gemunu Libre" panose="020B0604020202020204" charset="0"/>
                        </a:rPr>
                        <a:t>Timeline</a:t>
                      </a:r>
                      <a:endParaRPr lang="en-IN" dirty="0">
                        <a:latin typeface="Gemunu Libre" panose="020B0604020202020204" charset="0"/>
                        <a:cs typeface="Gemunu Libre" panose="020B0604020202020204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>
                          <a:latin typeface="Gemunu Libre" panose="020B0604020202020204" charset="0"/>
                          <a:cs typeface="Gemunu Libre" panose="020B0604020202020204" charset="0"/>
                        </a:rPr>
                        <a:t>BHAG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>
                          <a:latin typeface="Gemunu Libre" panose="020B0604020202020204" charset="0"/>
                          <a:cs typeface="Gemunu Libre" panose="020B0604020202020204" charset="0"/>
                        </a:rPr>
                        <a:t>Focus Areas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 err="1">
                          <a:latin typeface="Gemunu Libre" panose="020B0604020202020204" charset="0"/>
                          <a:cs typeface="Gemunu Libre" panose="020B0604020202020204" charset="0"/>
                        </a:rPr>
                        <a:t>Faizen</a:t>
                      </a:r>
                      <a:endParaRPr lang="en-US" dirty="0">
                        <a:latin typeface="Gemunu Libre" panose="020B0604020202020204" charset="0"/>
                        <a:cs typeface="Gemunu Libre" panose="020B0604020202020204" charset="0"/>
                      </a:endParaRP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3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US" b="1" dirty="0"/>
                        <a:t>3 Months</a:t>
                      </a:r>
                      <a:endParaRPr lang="en-IN" b="1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endParaRPr lang="en-IN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endParaRPr lang="en-IN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endParaRPr lang="en-IN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3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US" b="1" dirty="0"/>
                        <a:t>6 Months</a:t>
                      </a:r>
                      <a:endParaRPr lang="en-IN" b="1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endParaRPr lang="en-IN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endParaRPr lang="en-IN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endParaRPr lang="en-IN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53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US" b="1" dirty="0"/>
                        <a:t>9 Months </a:t>
                      </a:r>
                      <a:endParaRPr lang="en-IN" b="1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endParaRPr lang="en-IN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endParaRPr lang="en-IN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endParaRPr lang="en-IN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534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rPr lang="en-US" b="1" dirty="0"/>
                        <a:t>1 Year</a:t>
                      </a:r>
                      <a:endParaRPr lang="en-IN" b="1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endParaRPr lang="en-IN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endParaRPr lang="en-IN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endParaRPr lang="en-IN" dirty="0"/>
                    </a:p>
                  </a:txBody>
                  <a:tcPr>
                    <a:solidFill>
                      <a:srgbClr val="F5F5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525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16</Words>
  <Application>Microsoft Office PowerPoint</Application>
  <PresentationFormat>On-screen Show (16:9)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Gemunu Libre Medium</vt:lpstr>
      <vt:lpstr>Montserrat</vt:lpstr>
      <vt:lpstr>Gemunu Libre</vt:lpstr>
      <vt:lpstr>Arial</vt:lpstr>
      <vt:lpstr>Fira Sans Light</vt:lpstr>
      <vt:lpstr>Big Shoulders Display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C72</cp:lastModifiedBy>
  <cp:revision>54</cp:revision>
  <dcterms:modified xsi:type="dcterms:W3CDTF">2025-10-08T15:47:53Z</dcterms:modified>
</cp:coreProperties>
</file>